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안내한다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체험 중에는 가급적 말을 줄이세요. 고객이 자기 몸의 신호를 듣는 시간입니다.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가치의 단위를 바꾸세요.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8~10년 매일 8시간 쓰시니까요."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침대는 8년 보증입니다. 매일 밤 좋은 잠을 보장받는 비용이라고 생각하시면 어떠세요?"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고가 제품은 "비교 단위"를 일 단위·시간 단위로 나누면 인식이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질"로 가치의 차원을 옮기면, "가격"이 아니라 "투자"로 보입니다.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깎으려 하지 말고, 가치를 다시 설명하세요.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0" y="14904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2542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3593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2026-05-21T11:43:22Z</dcterms:created>
  <dcterms:modified xsi:type="dcterms:W3CDTF">2026-05-21T11:43:22Z</dcterms:modified>
</cp:coreProperties>
</file>